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FE29-45AB-2D90-CA7B-AC0B02454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BB384-4D47-7A07-5ED8-25371A29D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6D62E-0EDC-C320-C41D-F88002A4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B2824-7339-366A-2E48-181E7C19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AAF9E-5024-ECF4-5FB2-BF78BC23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623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2120-B70B-035F-6149-C2169D43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D390-52CE-C509-1849-44B3384C0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B6153-9547-AAD1-5B04-E96506A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7E6B-2AE5-5F93-9926-83A828F6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D6E35-DF94-EB88-7E11-55C157B4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9709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BCF5-7014-5B76-81EB-7E3637F5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F09EB-4902-F1BF-71D7-7B12BEE93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CEF4-6BCC-2799-7E39-E6F2D69F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795A5-017D-E2D6-A8B4-FD69E6F7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F3C50-494B-540D-5913-6A65E800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822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F8DF-9EB8-6255-C8D8-F60492D9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DDB1-9543-0E83-AE1B-5B93D754F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0A2E6-9B3D-5074-77F9-A9424881B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ECF84-55A5-D19F-5B8D-6E7B8081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FF033-0943-C90A-83C1-E39FCA5E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BC93F-6F3E-A4A1-237E-5E286D08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28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C62A-E4DB-4187-5E83-A29546C5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6F556-F986-5618-1C42-9120BDD10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96DEF-641E-B5B4-B5C2-2D597EE35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CA3F5-F792-EADD-A040-F9457628E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A07B2-C7B3-4C81-6180-718C9C302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BC758-5151-0E9C-02B3-A84AA948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4A1BB-3903-56D6-A3F1-32D98FCB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E852D-D3DF-4CA1-11AE-D04853AD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080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E938-87A3-383F-39DD-4719E30F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E67A2-2DA9-ACED-3310-97EA13C7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B83D1-AADF-63BF-A67A-40B0A45B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F6831-20D5-AD48-332C-1E90E88A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844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692E62-796A-AD8A-40FD-072F0CAE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7D57B7-E318-1E46-7B46-E72438AE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E9C66-5F2A-3E96-CF73-2C052E30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382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4838-5B49-0D80-682E-31C2CDE8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D181B-FFC0-217A-3436-AE8B46208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5B300-03B4-DB77-4481-E0B168A5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D3E84-D053-56D9-C520-EF544A89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9A452-2719-9B9B-A570-761916E7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AD22C-A581-8081-8D13-CB72F48A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710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6802B-3BE3-7939-1DF3-7739332E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72279-4627-BD96-239D-142891FD0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74459-60F1-D50A-AB83-5A0F37BE1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7299-1827-BF9E-A3CB-9040F9A86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17895-0B8C-BB07-C514-409F2876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2F81-BC06-21D1-5E9C-E9F4A859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8790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ABCC-DA07-99D5-8454-B18233B7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3BEC8-E431-FFC1-8319-4146615A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84DE3-32AD-BCF0-3BE2-14DB39C2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6DC4-FED6-89CA-AD2D-22822383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96B4-3A19-429E-6808-A9E264AF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109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FA4731-E755-9E0C-C065-C7BFCE8D8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FBB2C-F725-7F0C-0304-02602E98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60291-BB0F-3D1E-F967-86AFDCA7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24393-DDE6-2332-D11D-F5F02FDE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0EAFC-FA95-DE9B-D77B-42791979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695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3304-3F37-009F-F2F0-771CB4DA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C16E0-4C8E-8D93-E32F-02F96DB3B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7814-AB05-E58B-4BD0-B0BA812EA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A8DFC-90C4-3D4F-B496-6DEA6C69CB39}" type="datetimeFigureOut">
              <a:rPr lang="en-CN" smtClean="0"/>
              <a:t>2025/12/12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5AD23-B708-8005-72EF-74D938C3E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26287-1446-DEA2-E57A-0C92E7D9E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CBD5E-056D-B244-96B0-CC994E8E28B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445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CB514-6DA3-26DE-6782-79B172D89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063" y="1398493"/>
            <a:ext cx="459094" cy="510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F7D523-AC1F-49E4-2D86-DEA49091AF4E}"/>
              </a:ext>
            </a:extLst>
          </p:cNvPr>
          <p:cNvSpPr txBox="1"/>
          <p:nvPr/>
        </p:nvSpPr>
        <p:spPr>
          <a:xfrm>
            <a:off x="3187280" y="1908599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Government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85270381-94B6-D2BF-0B02-ECDC6ACB81AA}"/>
              </a:ext>
            </a:extLst>
          </p:cNvPr>
          <p:cNvSpPr/>
          <p:nvPr/>
        </p:nvSpPr>
        <p:spPr>
          <a:xfrm rot="5400000">
            <a:off x="4089570" y="565225"/>
            <a:ext cx="271631" cy="369704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80A3F-6C30-298B-8669-7D794C5C193E}"/>
              </a:ext>
            </a:extLst>
          </p:cNvPr>
          <p:cNvSpPr txBox="1"/>
          <p:nvPr/>
        </p:nvSpPr>
        <p:spPr>
          <a:xfrm>
            <a:off x="1415702" y="2647263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E17F6-5778-3EB1-8908-FDDD121948A4}"/>
              </a:ext>
            </a:extLst>
          </p:cNvPr>
          <p:cNvSpPr txBox="1"/>
          <p:nvPr/>
        </p:nvSpPr>
        <p:spPr>
          <a:xfrm>
            <a:off x="5446171" y="2647263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 Regulation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C5B0FF-E455-E4A6-1900-51A54AC51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18" y="523550"/>
            <a:ext cx="701142" cy="779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994746-9178-9B60-171E-3B51F3206102}"/>
              </a:ext>
            </a:extLst>
          </p:cNvPr>
          <p:cNvSpPr txBox="1"/>
          <p:nvPr/>
        </p:nvSpPr>
        <p:spPr>
          <a:xfrm>
            <a:off x="7563985" y="1302598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Government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EA0EF187-642B-543B-87E2-B37580F11ADD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351752" y="1581590"/>
            <a:ext cx="1159999" cy="1340678"/>
          </a:xfrm>
          <a:prstGeom prst="curvedConnector2">
            <a:avLst/>
          </a:prstGeom>
          <a:ln>
            <a:solidFill>
              <a:schemeClr val="bg2">
                <a:lumMod val="75000"/>
              </a:schemeClr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A66D84-CA8E-4F94-640E-6A5F3C60F36A}"/>
              </a:ext>
            </a:extLst>
          </p:cNvPr>
          <p:cNvSpPr txBox="1"/>
          <p:nvPr/>
        </p:nvSpPr>
        <p:spPr>
          <a:xfrm>
            <a:off x="1415702" y="523550"/>
            <a:ext cx="1320835" cy="369332"/>
          </a:xfrm>
          <a:custGeom>
            <a:avLst/>
            <a:gdLst>
              <a:gd name="connsiteX0" fmla="*/ 0 w 1320835"/>
              <a:gd name="connsiteY0" fmla="*/ 0 h 369332"/>
              <a:gd name="connsiteX1" fmla="*/ 1320835 w 1320835"/>
              <a:gd name="connsiteY1" fmla="*/ 0 h 369332"/>
              <a:gd name="connsiteX2" fmla="*/ 1320835 w 1320835"/>
              <a:gd name="connsiteY2" fmla="*/ 369332 h 369332"/>
              <a:gd name="connsiteX3" fmla="*/ 0 w 1320835"/>
              <a:gd name="connsiteY3" fmla="*/ 369332 h 369332"/>
              <a:gd name="connsiteX4" fmla="*/ 0 w 1320835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835" h="369332" extrusionOk="0">
                <a:moveTo>
                  <a:pt x="0" y="0"/>
                </a:moveTo>
                <a:cubicBezTo>
                  <a:pt x="192222" y="-83805"/>
                  <a:pt x="719940" y="98595"/>
                  <a:pt x="1320835" y="0"/>
                </a:cubicBezTo>
                <a:cubicBezTo>
                  <a:pt x="1298031" y="167616"/>
                  <a:pt x="1318775" y="247698"/>
                  <a:pt x="1320835" y="369332"/>
                </a:cubicBezTo>
                <a:cubicBezTo>
                  <a:pt x="1066013" y="409239"/>
                  <a:pt x="252372" y="344262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2017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BA3E73-D23C-99F3-6BCE-C6077481BDF2}"/>
              </a:ext>
            </a:extLst>
          </p:cNvPr>
          <p:cNvSpPr txBox="1"/>
          <p:nvPr/>
        </p:nvSpPr>
        <p:spPr>
          <a:xfrm>
            <a:off x="1662565" y="348904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D0F586-98FA-C1F2-3FBA-45A32AE21C90}"/>
              </a:ext>
            </a:extLst>
          </p:cNvPr>
          <p:cNvCxnSpPr>
            <a:cxnSpLocks/>
          </p:cNvCxnSpPr>
          <p:nvPr/>
        </p:nvCxnSpPr>
        <p:spPr>
          <a:xfrm>
            <a:off x="2357050" y="3155094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FD4541-4956-9037-C566-488559D54959}"/>
              </a:ext>
            </a:extLst>
          </p:cNvPr>
          <p:cNvCxnSpPr>
            <a:cxnSpLocks/>
          </p:cNvCxnSpPr>
          <p:nvPr/>
        </p:nvCxnSpPr>
        <p:spPr>
          <a:xfrm>
            <a:off x="6096000" y="3152001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AF81839-80C7-EAF1-E024-36F03927F4DB}"/>
              </a:ext>
            </a:extLst>
          </p:cNvPr>
          <p:cNvSpPr txBox="1"/>
          <p:nvPr/>
        </p:nvSpPr>
        <p:spPr>
          <a:xfrm>
            <a:off x="5285870" y="3489049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Cropland Protection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60DF29A-15EC-F15D-7415-0FD43AA9E4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59" t="25981" r="9580" b="10014"/>
          <a:stretch>
            <a:fillRect/>
          </a:stretch>
        </p:blipFill>
        <p:spPr>
          <a:xfrm>
            <a:off x="3870158" y="4832813"/>
            <a:ext cx="578999" cy="3932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AEF1E28-BEFA-7BCC-009A-1FBCA15B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322" y="3858381"/>
            <a:ext cx="600608" cy="534917"/>
          </a:xfrm>
          <a:prstGeom prst="rect">
            <a:avLst/>
          </a:prstGeom>
        </p:spPr>
      </p:pic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BA4235DB-1706-9FA5-4937-4E3CA0E6B83B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>
            <a:off x="2357056" y="4483127"/>
            <a:ext cx="1513103" cy="546324"/>
          </a:xfrm>
          <a:prstGeom prst="curvedConnector3">
            <a:avLst>
              <a:gd name="adj1" fmla="val 997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5DEF69A-EDEC-7F76-23BD-2A51B69F3CC7}"/>
              </a:ext>
            </a:extLst>
          </p:cNvPr>
          <p:cNvSpPr txBox="1"/>
          <p:nvPr/>
        </p:nvSpPr>
        <p:spPr>
          <a:xfrm>
            <a:off x="5135187" y="708216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⛌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Size</a:t>
            </a:r>
          </a:p>
          <a:p>
            <a:pPr algn="r"/>
            <a:r>
              <a:rPr lang="en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⛌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Productive Capacity</a:t>
            </a:r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FA693B62-3DF5-5C43-B0B9-8ECFBFFFE436}"/>
              </a:ext>
            </a:extLst>
          </p:cNvPr>
          <p:cNvSpPr/>
          <p:nvPr/>
        </p:nvSpPr>
        <p:spPr>
          <a:xfrm rot="10800000">
            <a:off x="7563984" y="892882"/>
            <a:ext cx="169202" cy="3895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4C2CE4B-C3A9-0E8E-8CCD-7C36FECD112D}"/>
              </a:ext>
            </a:extLst>
          </p:cNvPr>
          <p:cNvCxnSpPr>
            <a:cxnSpLocks/>
          </p:cNvCxnSpPr>
          <p:nvPr/>
        </p:nvCxnSpPr>
        <p:spPr>
          <a:xfrm>
            <a:off x="10316584" y="0"/>
            <a:ext cx="96818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B6E1223-1C6F-ABC9-CB67-07FDBF09C88B}"/>
              </a:ext>
            </a:extLst>
          </p:cNvPr>
          <p:cNvSpPr txBox="1"/>
          <p:nvPr/>
        </p:nvSpPr>
        <p:spPr>
          <a:xfrm>
            <a:off x="4873095" y="4124645"/>
            <a:ext cx="4971407" cy="1200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“Red Line” Cropland Policy in China: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China’s total arable land shall be no less than 120 million hectares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ood security</a:t>
            </a:r>
          </a:p>
        </p:txBody>
      </p:sp>
    </p:spTree>
    <p:extLst>
      <p:ext uri="{BB962C8B-B14F-4D97-AF65-F5344CB8AC3E}">
        <p14:creationId xmlns:p14="http://schemas.microsoft.com/office/powerpoint/2010/main" val="17288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34FE-E57C-8CCB-C005-CBF226D0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0D652E-6BBA-6084-1D38-DE8AB8521721}"/>
              </a:ext>
            </a:extLst>
          </p:cNvPr>
          <p:cNvCxnSpPr/>
          <p:nvPr/>
        </p:nvCxnSpPr>
        <p:spPr>
          <a:xfrm>
            <a:off x="3250642" y="3696689"/>
            <a:ext cx="182250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6803251-B956-E65C-090A-95F7CE96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18" y="523550"/>
            <a:ext cx="701142" cy="779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EAD340-A93D-6A62-21CA-E3D4236303F3}"/>
              </a:ext>
            </a:extLst>
          </p:cNvPr>
          <p:cNvSpPr txBox="1"/>
          <p:nvPr/>
        </p:nvSpPr>
        <p:spPr>
          <a:xfrm>
            <a:off x="7563985" y="1302598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Government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CD573DD-7DA1-C500-7D9A-E1DE63C6588B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351752" y="1581590"/>
            <a:ext cx="1159999" cy="13406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1A43489-26D8-3FD6-75C6-4BBC40D71D07}"/>
              </a:ext>
            </a:extLst>
          </p:cNvPr>
          <p:cNvSpPr txBox="1"/>
          <p:nvPr/>
        </p:nvSpPr>
        <p:spPr>
          <a:xfrm>
            <a:off x="1415702" y="523550"/>
            <a:ext cx="1320835" cy="369332"/>
          </a:xfrm>
          <a:custGeom>
            <a:avLst/>
            <a:gdLst>
              <a:gd name="connsiteX0" fmla="*/ 0 w 1320835"/>
              <a:gd name="connsiteY0" fmla="*/ 0 h 369332"/>
              <a:gd name="connsiteX1" fmla="*/ 1320835 w 1320835"/>
              <a:gd name="connsiteY1" fmla="*/ 0 h 369332"/>
              <a:gd name="connsiteX2" fmla="*/ 1320835 w 1320835"/>
              <a:gd name="connsiteY2" fmla="*/ 369332 h 369332"/>
              <a:gd name="connsiteX3" fmla="*/ 0 w 1320835"/>
              <a:gd name="connsiteY3" fmla="*/ 369332 h 369332"/>
              <a:gd name="connsiteX4" fmla="*/ 0 w 1320835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835" h="369332" extrusionOk="0">
                <a:moveTo>
                  <a:pt x="0" y="0"/>
                </a:moveTo>
                <a:cubicBezTo>
                  <a:pt x="192222" y="-83805"/>
                  <a:pt x="719940" y="98595"/>
                  <a:pt x="1320835" y="0"/>
                </a:cubicBezTo>
                <a:cubicBezTo>
                  <a:pt x="1298031" y="167616"/>
                  <a:pt x="1318775" y="247698"/>
                  <a:pt x="1320835" y="369332"/>
                </a:cubicBezTo>
                <a:cubicBezTo>
                  <a:pt x="1066013" y="409239"/>
                  <a:pt x="252372" y="344262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2017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A7AF4-C974-2284-EB64-19D182F8B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063" y="1398493"/>
            <a:ext cx="459094" cy="5101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14A416-DFB5-EDCB-3949-03E1DAFA2154}"/>
              </a:ext>
            </a:extLst>
          </p:cNvPr>
          <p:cNvSpPr txBox="1"/>
          <p:nvPr/>
        </p:nvSpPr>
        <p:spPr>
          <a:xfrm>
            <a:off x="3187280" y="1908599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Government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D1B6C94-4EE4-2889-D1D7-5B686FCEF9C6}"/>
              </a:ext>
            </a:extLst>
          </p:cNvPr>
          <p:cNvSpPr/>
          <p:nvPr/>
        </p:nvSpPr>
        <p:spPr>
          <a:xfrm rot="5400000">
            <a:off x="4089570" y="565225"/>
            <a:ext cx="271631" cy="369704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49FC3-269C-18AD-196A-4AB3086010FB}"/>
              </a:ext>
            </a:extLst>
          </p:cNvPr>
          <p:cNvSpPr txBox="1"/>
          <p:nvPr/>
        </p:nvSpPr>
        <p:spPr>
          <a:xfrm>
            <a:off x="1415702" y="2647263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E5A03-5B8E-951F-CA9F-75915F3E30BF}"/>
              </a:ext>
            </a:extLst>
          </p:cNvPr>
          <p:cNvSpPr txBox="1"/>
          <p:nvPr/>
        </p:nvSpPr>
        <p:spPr>
          <a:xfrm>
            <a:off x="5446171" y="2647263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Regulation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BDEBEC-1EE1-7C0F-FE2F-CDC3AD9C5E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59" t="25981" r="9580" b="10014"/>
          <a:stretch>
            <a:fillRect/>
          </a:stretch>
        </p:blipFill>
        <p:spPr>
          <a:xfrm>
            <a:off x="3870158" y="4832813"/>
            <a:ext cx="578999" cy="3932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0EF18FF-0AF4-C668-7C83-F764246C0FB8}"/>
              </a:ext>
            </a:extLst>
          </p:cNvPr>
          <p:cNvSpPr txBox="1"/>
          <p:nvPr/>
        </p:nvSpPr>
        <p:spPr>
          <a:xfrm>
            <a:off x="1662565" y="348904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23F89E-5552-56B8-4C9F-043005E856A6}"/>
              </a:ext>
            </a:extLst>
          </p:cNvPr>
          <p:cNvCxnSpPr>
            <a:cxnSpLocks/>
          </p:cNvCxnSpPr>
          <p:nvPr/>
        </p:nvCxnSpPr>
        <p:spPr>
          <a:xfrm>
            <a:off x="2357050" y="3155094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E6E3CF21-9CCF-2D58-1C59-D203B0D63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322" y="3858381"/>
            <a:ext cx="600608" cy="53491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D52ACE-71D9-A65A-9EB4-7A8BAA98D14F}"/>
              </a:ext>
            </a:extLst>
          </p:cNvPr>
          <p:cNvCxnSpPr>
            <a:cxnSpLocks/>
          </p:cNvCxnSpPr>
          <p:nvPr/>
        </p:nvCxnSpPr>
        <p:spPr>
          <a:xfrm>
            <a:off x="6096000" y="3152001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8CC1E6C-4CAA-9098-65F1-F42B8EECAB52}"/>
              </a:ext>
            </a:extLst>
          </p:cNvPr>
          <p:cNvSpPr txBox="1"/>
          <p:nvPr/>
        </p:nvSpPr>
        <p:spPr>
          <a:xfrm>
            <a:off x="5285870" y="3489049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Cropland Protection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FCB9F-E266-57BB-2F68-F9E5EE4D398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30" b="1588"/>
          <a:stretch>
            <a:fillRect/>
          </a:stretch>
        </p:blipFill>
        <p:spPr>
          <a:xfrm>
            <a:off x="3946199" y="3489049"/>
            <a:ext cx="431390" cy="3932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864D7A-F514-B387-FAFB-2F9D9A57B1E7}"/>
              </a:ext>
            </a:extLst>
          </p:cNvPr>
          <p:cNvSpPr txBox="1"/>
          <p:nvPr/>
        </p:nvSpPr>
        <p:spPr>
          <a:xfrm>
            <a:off x="10886739" y="-494852"/>
            <a:ext cx="184731" cy="36933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D52A5-AC3E-5380-665B-87F246725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792" y="3843856"/>
            <a:ext cx="564416" cy="524630"/>
          </a:xfrm>
          <a:prstGeom prst="rect">
            <a:avLst/>
          </a:prstGeom>
        </p:spPr>
      </p:pic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B70A5B6-9341-E7FD-F016-F437F4E9EBD8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2357056" y="4483127"/>
            <a:ext cx="1513103" cy="546324"/>
          </a:xfrm>
          <a:prstGeom prst="curvedConnector3">
            <a:avLst>
              <a:gd name="adj1" fmla="val 997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B4B7CE7C-27C8-EBD8-44E2-F42C834DCC1B}"/>
              </a:ext>
            </a:extLst>
          </p:cNvPr>
          <p:cNvCxnSpPr>
            <a:cxnSpLocks/>
          </p:cNvCxnSpPr>
          <p:nvPr/>
        </p:nvCxnSpPr>
        <p:spPr>
          <a:xfrm flipV="1">
            <a:off x="4449158" y="4507070"/>
            <a:ext cx="1646842" cy="552281"/>
          </a:xfrm>
          <a:prstGeom prst="curvedConnector3">
            <a:avLst>
              <a:gd name="adj1" fmla="val 1002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CB67D17-1A99-6DCF-A742-E60ECA3334A9}"/>
              </a:ext>
            </a:extLst>
          </p:cNvPr>
          <p:cNvSpPr txBox="1"/>
          <p:nvPr/>
        </p:nvSpPr>
        <p:spPr>
          <a:xfrm>
            <a:off x="5135187" y="708216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 Size</a:t>
            </a:r>
          </a:p>
          <a:p>
            <a:pPr algn="r"/>
            <a:r>
              <a:rPr lang="en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⛌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Productive Capacity</a:t>
            </a:r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4F9DE459-AD4C-FAE4-8689-73879A09FDD4}"/>
              </a:ext>
            </a:extLst>
          </p:cNvPr>
          <p:cNvSpPr/>
          <p:nvPr/>
        </p:nvSpPr>
        <p:spPr>
          <a:xfrm rot="10800000">
            <a:off x="7563984" y="892882"/>
            <a:ext cx="169202" cy="3895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1225D7-36CB-48F9-0A8F-4D1CCC72C476}"/>
              </a:ext>
            </a:extLst>
          </p:cNvPr>
          <p:cNvCxnSpPr>
            <a:cxnSpLocks/>
          </p:cNvCxnSpPr>
          <p:nvPr/>
        </p:nvCxnSpPr>
        <p:spPr>
          <a:xfrm>
            <a:off x="10316584" y="0"/>
            <a:ext cx="96818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29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8ADE-9E15-1F9E-B826-D665FCA0F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47CB21-8952-012D-CDE9-961DC9D6CE13}"/>
              </a:ext>
            </a:extLst>
          </p:cNvPr>
          <p:cNvCxnSpPr/>
          <p:nvPr/>
        </p:nvCxnSpPr>
        <p:spPr>
          <a:xfrm>
            <a:off x="3250642" y="3696689"/>
            <a:ext cx="182250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DE03D02-D7B7-A5EC-2FA3-036126713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18" y="523550"/>
            <a:ext cx="701142" cy="779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D5433B-7A72-415E-59EF-52189ED1A959}"/>
              </a:ext>
            </a:extLst>
          </p:cNvPr>
          <p:cNvSpPr txBox="1"/>
          <p:nvPr/>
        </p:nvSpPr>
        <p:spPr>
          <a:xfrm>
            <a:off x="7563985" y="1302598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Government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1019F921-290A-E886-85D3-76F888A9BBDE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351752" y="1581590"/>
            <a:ext cx="1159999" cy="134067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432552-DF81-0E99-22B5-B7AA92805A87}"/>
              </a:ext>
            </a:extLst>
          </p:cNvPr>
          <p:cNvSpPr txBox="1"/>
          <p:nvPr/>
        </p:nvSpPr>
        <p:spPr>
          <a:xfrm>
            <a:off x="1415702" y="523550"/>
            <a:ext cx="1320835" cy="369332"/>
          </a:xfrm>
          <a:custGeom>
            <a:avLst/>
            <a:gdLst>
              <a:gd name="connsiteX0" fmla="*/ 0 w 1320835"/>
              <a:gd name="connsiteY0" fmla="*/ 0 h 369332"/>
              <a:gd name="connsiteX1" fmla="*/ 1320835 w 1320835"/>
              <a:gd name="connsiteY1" fmla="*/ 0 h 369332"/>
              <a:gd name="connsiteX2" fmla="*/ 1320835 w 1320835"/>
              <a:gd name="connsiteY2" fmla="*/ 369332 h 369332"/>
              <a:gd name="connsiteX3" fmla="*/ 0 w 1320835"/>
              <a:gd name="connsiteY3" fmla="*/ 369332 h 369332"/>
              <a:gd name="connsiteX4" fmla="*/ 0 w 1320835"/>
              <a:gd name="connsiteY4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835" h="369332" extrusionOk="0">
                <a:moveTo>
                  <a:pt x="0" y="0"/>
                </a:moveTo>
                <a:cubicBezTo>
                  <a:pt x="192222" y="-83805"/>
                  <a:pt x="719940" y="98595"/>
                  <a:pt x="1320835" y="0"/>
                </a:cubicBezTo>
                <a:cubicBezTo>
                  <a:pt x="1298031" y="167616"/>
                  <a:pt x="1318775" y="247698"/>
                  <a:pt x="1320835" y="369332"/>
                </a:cubicBezTo>
                <a:cubicBezTo>
                  <a:pt x="1066013" y="409239"/>
                  <a:pt x="252372" y="344262"/>
                  <a:pt x="0" y="369332"/>
                </a:cubicBezTo>
                <a:cubicBezTo>
                  <a:pt x="19812" y="326466"/>
                  <a:pt x="15727" y="93631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2017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1F8B2-8721-EB5A-8361-AF0A8925F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063" y="1398493"/>
            <a:ext cx="459094" cy="5101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9A807A-3688-6CEA-EB29-82AF5FA21046}"/>
              </a:ext>
            </a:extLst>
          </p:cNvPr>
          <p:cNvSpPr txBox="1"/>
          <p:nvPr/>
        </p:nvSpPr>
        <p:spPr>
          <a:xfrm>
            <a:off x="3187280" y="1908599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Government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3E3ADB10-E7B6-7E81-DB50-416745A5C3FF}"/>
              </a:ext>
            </a:extLst>
          </p:cNvPr>
          <p:cNvSpPr/>
          <p:nvPr/>
        </p:nvSpPr>
        <p:spPr>
          <a:xfrm rot="5400000">
            <a:off x="4089570" y="565225"/>
            <a:ext cx="271631" cy="369704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8764F6-52B0-CA2B-B12D-E7798FDEA216}"/>
              </a:ext>
            </a:extLst>
          </p:cNvPr>
          <p:cNvSpPr txBox="1"/>
          <p:nvPr/>
        </p:nvSpPr>
        <p:spPr>
          <a:xfrm>
            <a:off x="1415702" y="2647263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E3F41-8561-FF90-48CD-1AF1E49CD5BE}"/>
              </a:ext>
            </a:extLst>
          </p:cNvPr>
          <p:cNvSpPr txBox="1"/>
          <p:nvPr/>
        </p:nvSpPr>
        <p:spPr>
          <a:xfrm>
            <a:off x="5446171" y="2647263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Regulation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B8EEC-F80D-9EB3-DAD3-1320AD7435BD}"/>
              </a:ext>
            </a:extLst>
          </p:cNvPr>
          <p:cNvSpPr txBox="1"/>
          <p:nvPr/>
        </p:nvSpPr>
        <p:spPr>
          <a:xfrm>
            <a:off x="1662565" y="348904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1F99F2-C11C-C6DF-6ACF-13E37889E0DA}"/>
              </a:ext>
            </a:extLst>
          </p:cNvPr>
          <p:cNvCxnSpPr>
            <a:cxnSpLocks/>
          </p:cNvCxnSpPr>
          <p:nvPr/>
        </p:nvCxnSpPr>
        <p:spPr>
          <a:xfrm>
            <a:off x="2357050" y="3155094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32E58E9-089F-A3F4-4477-6BAE9771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22" y="3858381"/>
            <a:ext cx="600608" cy="53491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C55C4A7-6EEC-EE57-3F79-DB918B794A8D}"/>
              </a:ext>
            </a:extLst>
          </p:cNvPr>
          <p:cNvCxnSpPr>
            <a:cxnSpLocks/>
          </p:cNvCxnSpPr>
          <p:nvPr/>
        </p:nvCxnSpPr>
        <p:spPr>
          <a:xfrm>
            <a:off x="6096000" y="3152001"/>
            <a:ext cx="0" cy="2769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3E648AF-BD72-F36D-5B42-08788E986EF0}"/>
              </a:ext>
            </a:extLst>
          </p:cNvPr>
          <p:cNvSpPr txBox="1"/>
          <p:nvPr/>
        </p:nvSpPr>
        <p:spPr>
          <a:xfrm>
            <a:off x="5285870" y="3489049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Cropland Protection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3C14785-5E4B-43B9-71A1-805967F0C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168" y="3429000"/>
            <a:ext cx="545005" cy="51386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29F761A-E759-8100-6E65-C176AE734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325" y="3899893"/>
            <a:ext cx="1005390" cy="49340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8DE6315-5601-F9DC-C33E-7159BBD3CC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759" t="25981" r="9580" b="10014"/>
          <a:stretch>
            <a:fillRect/>
          </a:stretch>
        </p:blipFill>
        <p:spPr>
          <a:xfrm>
            <a:off x="3870158" y="4832813"/>
            <a:ext cx="578999" cy="393275"/>
          </a:xfrm>
          <a:prstGeom prst="rect">
            <a:avLst/>
          </a:prstGeom>
        </p:spPr>
      </p:pic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0F8F7F65-3E12-7883-A161-6BAE33878A0D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>
            <a:off x="2357056" y="4483127"/>
            <a:ext cx="1513103" cy="546324"/>
          </a:xfrm>
          <a:prstGeom prst="curvedConnector3">
            <a:avLst>
              <a:gd name="adj1" fmla="val 997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EDEC39C8-4FFC-C432-B158-77DA72BFB4E7}"/>
              </a:ext>
            </a:extLst>
          </p:cNvPr>
          <p:cNvCxnSpPr>
            <a:cxnSpLocks/>
          </p:cNvCxnSpPr>
          <p:nvPr/>
        </p:nvCxnSpPr>
        <p:spPr>
          <a:xfrm flipV="1">
            <a:off x="4449158" y="4507070"/>
            <a:ext cx="1646842" cy="552281"/>
          </a:xfrm>
          <a:prstGeom prst="curvedConnector3">
            <a:avLst>
              <a:gd name="adj1" fmla="val 1002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A4DDE18-10AB-B986-1E98-816C6013C253}"/>
              </a:ext>
            </a:extLst>
          </p:cNvPr>
          <p:cNvSpPr txBox="1"/>
          <p:nvPr/>
        </p:nvSpPr>
        <p:spPr>
          <a:xfrm>
            <a:off x="5135187" y="708216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  Size</a:t>
            </a:r>
          </a:p>
          <a:p>
            <a:pPr algn="r"/>
            <a:r>
              <a:rPr lang="en-CN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⛌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Productive Capacity</a:t>
            </a: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886ADDE4-9DC3-8CD7-18B4-F953FB20A050}"/>
              </a:ext>
            </a:extLst>
          </p:cNvPr>
          <p:cNvSpPr/>
          <p:nvPr/>
        </p:nvSpPr>
        <p:spPr>
          <a:xfrm rot="10800000">
            <a:off x="7563984" y="892882"/>
            <a:ext cx="169202" cy="3895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2CB3EF-3A81-D1C8-FFDD-D070173001E1}"/>
              </a:ext>
            </a:extLst>
          </p:cNvPr>
          <p:cNvCxnSpPr>
            <a:cxnSpLocks/>
          </p:cNvCxnSpPr>
          <p:nvPr/>
        </p:nvCxnSpPr>
        <p:spPr>
          <a:xfrm>
            <a:off x="10316584" y="0"/>
            <a:ext cx="96818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50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78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　Ze</dc:creator>
  <cp:lastModifiedBy>WANG　Ze</cp:lastModifiedBy>
  <cp:revision>1</cp:revision>
  <dcterms:created xsi:type="dcterms:W3CDTF">2025-12-12T10:29:10Z</dcterms:created>
  <dcterms:modified xsi:type="dcterms:W3CDTF">2025-12-13T01:22:07Z</dcterms:modified>
</cp:coreProperties>
</file>